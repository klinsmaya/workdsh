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AFOS speaker note preserved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AFOS presentation migration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中文材料 and enterprise evidence</a:t>
            </a:r>
            <a:endParaRPr lang="en-US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64008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Budget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AFOS fixture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AFOS second slide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Decision record 17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AFOS Rich PPTX</dc:title>
  <dc:subject>PPTX API consumer regression</dc:subject>
  <dc:creator>AFOS isolated test</dc:creator>
  <cp:lastModifiedBy>AFOS isolated test</cp:lastModifiedBy>
  <cp:revision>1</cp:revision>
  <dcterms:created xsi:type="dcterms:W3CDTF">2026-10-02T22:25:14Z</dcterms:created>
  <dcterms:modified xsi:type="dcterms:W3CDTF">2026-10-02T22:25:14Z</dcterms:modified>
</cp:coreProperties>
</file>